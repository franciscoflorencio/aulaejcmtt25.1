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Light" charset="1" panose="00000400000000000000"/>
      <p:regular r:id="rId16"/>
    </p:embeddedFont>
    <p:embeddedFont>
      <p:font typeface="Lato" charset="1" panose="020F0502020204030203"/>
      <p:regular r:id="rId17"/>
    </p:embeddedFont>
    <p:embeddedFont>
      <p:font typeface="Lato Light" charset="1" panose="020F050202020403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1282" y="8460465"/>
            <a:ext cx="3271520" cy="50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spc="-76">
                <a:solidFill>
                  <a:srgbClr val="1F111D"/>
                </a:solidFill>
                <a:latin typeface="Poppins"/>
                <a:ea typeface="Poppins"/>
                <a:cs typeface="Poppins"/>
                <a:sym typeface="Poppins"/>
              </a:rPr>
              <a:t>Francisco Florencio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02304" y="8452587"/>
            <a:ext cx="2542699" cy="50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9"/>
              </a:lnSpc>
            </a:pPr>
            <a:r>
              <a:rPr lang="en-US" sz="2835" spc="-76">
                <a:solidFill>
                  <a:srgbClr val="1F111D"/>
                </a:solidFill>
                <a:latin typeface="Poppins"/>
                <a:ea typeface="Poppins"/>
                <a:cs typeface="Poppins"/>
                <a:sym typeface="Poppins"/>
              </a:rPr>
              <a:t>Giovanna Silva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3855" y="3258794"/>
            <a:ext cx="8327073" cy="346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17"/>
              </a:lnSpc>
            </a:pPr>
            <a:r>
              <a:rPr lang="en-US" sz="9456" spc="85" b="true">
                <a:solidFill>
                  <a:srgbClr val="1F111D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 a </a:t>
            </a:r>
          </a:p>
          <a:p>
            <a:pPr algn="l">
              <a:lnSpc>
                <a:spcPts val="13617"/>
              </a:lnSpc>
            </a:pPr>
            <a:r>
              <a:rPr lang="en-US" sz="9456" spc="85" b="true">
                <a:solidFill>
                  <a:srgbClr val="1F111D"/>
                </a:solidFill>
                <a:latin typeface="Poppins Bold"/>
                <a:ea typeface="Poppins Bold"/>
                <a:cs typeface="Poppins Bold"/>
                <a:sym typeface="Poppins Bold"/>
              </a:rPr>
              <a:t>Computação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1282" y="8983948"/>
            <a:ext cx="2403112" cy="42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10">
                <a:solidFill>
                  <a:srgbClr val="1F111D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Instrutor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02304" y="8976069"/>
            <a:ext cx="1341437" cy="42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10">
                <a:solidFill>
                  <a:srgbClr val="1F111D"/>
                </a:solidFill>
                <a:latin typeface="Poppins Light"/>
                <a:ea typeface="Poppins Light"/>
                <a:cs typeface="Poppins Light"/>
                <a:sym typeface="Poppins Light"/>
              </a:rPr>
              <a:t>Monitora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6054" y="2490609"/>
            <a:ext cx="2769695" cy="593269"/>
            <a:chOff x="0" y="0"/>
            <a:chExt cx="729467" cy="1562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9467" cy="156252"/>
            </a:xfrm>
            <a:custGeom>
              <a:avLst/>
              <a:gdLst/>
              <a:ahLst/>
              <a:cxnLst/>
              <a:rect r="r" b="b" t="t" l="l"/>
              <a:pathLst>
                <a:path h="156252" w="729467">
                  <a:moveTo>
                    <a:pt x="0" y="0"/>
                  </a:moveTo>
                  <a:lnTo>
                    <a:pt x="729467" y="0"/>
                  </a:lnTo>
                  <a:lnTo>
                    <a:pt x="729467" y="156252"/>
                  </a:lnTo>
                  <a:lnTo>
                    <a:pt x="0" y="156252"/>
                  </a:lnTo>
                  <a:close/>
                </a:path>
              </a:pathLst>
            </a:custGeom>
            <a:solidFill>
              <a:srgbClr val="F2F2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29467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5761" y="3299004"/>
            <a:ext cx="4134413" cy="697525"/>
            <a:chOff x="0" y="0"/>
            <a:chExt cx="5512551" cy="9300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142097"/>
              <a:ext cx="5512551" cy="598285"/>
              <a:chOff x="0" y="0"/>
              <a:chExt cx="1088899" cy="1181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88899" cy="118180"/>
              </a:xfrm>
              <a:custGeom>
                <a:avLst/>
                <a:gdLst/>
                <a:ahLst/>
                <a:cxnLst/>
                <a:rect r="r" b="b" t="t" l="l"/>
                <a:pathLst>
                  <a:path h="118180" w="1088899">
                    <a:moveTo>
                      <a:pt x="59090" y="0"/>
                    </a:moveTo>
                    <a:lnTo>
                      <a:pt x="1029809" y="0"/>
                    </a:lnTo>
                    <a:cubicBezTo>
                      <a:pt x="1045481" y="0"/>
                      <a:pt x="1060510" y="6226"/>
                      <a:pt x="1071592" y="17307"/>
                    </a:cubicBezTo>
                    <a:cubicBezTo>
                      <a:pt x="1082673" y="28389"/>
                      <a:pt x="1088899" y="43418"/>
                      <a:pt x="1088899" y="59090"/>
                    </a:cubicBezTo>
                    <a:lnTo>
                      <a:pt x="1088899" y="59090"/>
                    </a:lnTo>
                    <a:cubicBezTo>
                      <a:pt x="1088899" y="74762"/>
                      <a:pt x="1082673" y="89791"/>
                      <a:pt x="1071592" y="100873"/>
                    </a:cubicBezTo>
                    <a:cubicBezTo>
                      <a:pt x="1060510" y="111954"/>
                      <a:pt x="1045481" y="118180"/>
                      <a:pt x="1029809" y="118180"/>
                    </a:cubicBezTo>
                    <a:lnTo>
                      <a:pt x="59090" y="118180"/>
                    </a:lnTo>
                    <a:cubicBezTo>
                      <a:pt x="43418" y="118180"/>
                      <a:pt x="28389" y="111954"/>
                      <a:pt x="17307" y="100873"/>
                    </a:cubicBezTo>
                    <a:cubicBezTo>
                      <a:pt x="6226" y="89791"/>
                      <a:pt x="0" y="74762"/>
                      <a:pt x="0" y="59090"/>
                    </a:cubicBezTo>
                    <a:lnTo>
                      <a:pt x="0" y="59090"/>
                    </a:lnTo>
                    <a:cubicBezTo>
                      <a:pt x="0" y="43418"/>
                      <a:pt x="6226" y="28389"/>
                      <a:pt x="17307" y="17307"/>
                    </a:cubicBezTo>
                    <a:cubicBezTo>
                      <a:pt x="28389" y="6226"/>
                      <a:pt x="43418" y="0"/>
                      <a:pt x="59090" y="0"/>
                    </a:cubicBezTo>
                    <a:close/>
                  </a:path>
                </a:pathLst>
              </a:custGeom>
              <a:solidFill>
                <a:srgbClr val="F2F2F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1088899" cy="184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4584759">
              <a:off x="3716005" y="335304"/>
              <a:ext cx="894110" cy="259425"/>
              <a:chOff x="0" y="0"/>
              <a:chExt cx="176614" cy="512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6614" cy="51245"/>
              </a:xfrm>
              <a:custGeom>
                <a:avLst/>
                <a:gdLst/>
                <a:ahLst/>
                <a:cxnLst/>
                <a:rect r="r" b="b" t="t" l="l"/>
                <a:pathLst>
                  <a:path h="51245" w="176614">
                    <a:moveTo>
                      <a:pt x="25622" y="0"/>
                    </a:moveTo>
                    <a:lnTo>
                      <a:pt x="150992" y="0"/>
                    </a:lnTo>
                    <a:cubicBezTo>
                      <a:pt x="165143" y="0"/>
                      <a:pt x="176614" y="11471"/>
                      <a:pt x="176614" y="25622"/>
                    </a:cubicBezTo>
                    <a:lnTo>
                      <a:pt x="176614" y="25622"/>
                    </a:lnTo>
                    <a:cubicBezTo>
                      <a:pt x="176614" y="39773"/>
                      <a:pt x="165143" y="51245"/>
                      <a:pt x="150992" y="51245"/>
                    </a:cubicBezTo>
                    <a:lnTo>
                      <a:pt x="25622" y="51245"/>
                    </a:lnTo>
                    <a:cubicBezTo>
                      <a:pt x="11471" y="51245"/>
                      <a:pt x="0" y="39773"/>
                      <a:pt x="0" y="25622"/>
                    </a:cubicBezTo>
                    <a:lnTo>
                      <a:pt x="0" y="25622"/>
                    </a:lnTo>
                    <a:cubicBezTo>
                      <a:pt x="0" y="11471"/>
                      <a:pt x="11471" y="0"/>
                      <a:pt x="2562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176614" cy="117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4450537">
              <a:off x="4725125" y="494172"/>
              <a:ext cx="464145" cy="151379"/>
              <a:chOff x="0" y="0"/>
              <a:chExt cx="91683" cy="2990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683" cy="29902"/>
              </a:xfrm>
              <a:custGeom>
                <a:avLst/>
                <a:gdLst/>
                <a:ahLst/>
                <a:cxnLst/>
                <a:rect r="r" b="b" t="t" l="l"/>
                <a:pathLst>
                  <a:path h="29902" w="91683">
                    <a:moveTo>
                      <a:pt x="14951" y="0"/>
                    </a:moveTo>
                    <a:lnTo>
                      <a:pt x="76732" y="0"/>
                    </a:lnTo>
                    <a:cubicBezTo>
                      <a:pt x="84989" y="0"/>
                      <a:pt x="91683" y="6694"/>
                      <a:pt x="91683" y="14951"/>
                    </a:cubicBezTo>
                    <a:lnTo>
                      <a:pt x="91683" y="14951"/>
                    </a:lnTo>
                    <a:cubicBezTo>
                      <a:pt x="91683" y="18916"/>
                      <a:pt x="90108" y="22719"/>
                      <a:pt x="87304" y="25523"/>
                    </a:cubicBezTo>
                    <a:cubicBezTo>
                      <a:pt x="84500" y="28327"/>
                      <a:pt x="80697" y="29902"/>
                      <a:pt x="76732" y="29902"/>
                    </a:cubicBezTo>
                    <a:lnTo>
                      <a:pt x="14951" y="29902"/>
                    </a:lnTo>
                    <a:cubicBezTo>
                      <a:pt x="6694" y="29902"/>
                      <a:pt x="0" y="23208"/>
                      <a:pt x="0" y="14951"/>
                    </a:cubicBezTo>
                    <a:lnTo>
                      <a:pt x="0" y="14951"/>
                    </a:lnTo>
                    <a:cubicBezTo>
                      <a:pt x="0" y="6694"/>
                      <a:pt x="6694" y="0"/>
                      <a:pt x="14951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91683" cy="965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4613003">
              <a:off x="4733878" y="490784"/>
              <a:ext cx="466401" cy="149536"/>
              <a:chOff x="0" y="0"/>
              <a:chExt cx="92129" cy="2953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129" cy="29538"/>
              </a:xfrm>
              <a:custGeom>
                <a:avLst/>
                <a:gdLst/>
                <a:ahLst/>
                <a:cxnLst/>
                <a:rect r="r" b="b" t="t" l="l"/>
                <a:pathLst>
                  <a:path h="29538" w="92129">
                    <a:moveTo>
                      <a:pt x="14769" y="0"/>
                    </a:moveTo>
                    <a:lnTo>
                      <a:pt x="77360" y="0"/>
                    </a:lnTo>
                    <a:cubicBezTo>
                      <a:pt x="81277" y="0"/>
                      <a:pt x="85033" y="1556"/>
                      <a:pt x="87803" y="4326"/>
                    </a:cubicBezTo>
                    <a:cubicBezTo>
                      <a:pt x="90573" y="7095"/>
                      <a:pt x="92129" y="10852"/>
                      <a:pt x="92129" y="14769"/>
                    </a:cubicBezTo>
                    <a:lnTo>
                      <a:pt x="92129" y="14769"/>
                    </a:lnTo>
                    <a:cubicBezTo>
                      <a:pt x="92129" y="18686"/>
                      <a:pt x="90573" y="22443"/>
                      <a:pt x="87803" y="25212"/>
                    </a:cubicBezTo>
                    <a:cubicBezTo>
                      <a:pt x="85033" y="27982"/>
                      <a:pt x="81277" y="29538"/>
                      <a:pt x="77360" y="29538"/>
                    </a:cubicBezTo>
                    <a:lnTo>
                      <a:pt x="14769" y="29538"/>
                    </a:lnTo>
                    <a:cubicBezTo>
                      <a:pt x="10852" y="29538"/>
                      <a:pt x="7095" y="27982"/>
                      <a:pt x="4326" y="25212"/>
                    </a:cubicBezTo>
                    <a:cubicBezTo>
                      <a:pt x="1556" y="22443"/>
                      <a:pt x="0" y="18686"/>
                      <a:pt x="0" y="14769"/>
                    </a:cubicBezTo>
                    <a:lnTo>
                      <a:pt x="0" y="14769"/>
                    </a:lnTo>
                    <a:cubicBezTo>
                      <a:pt x="0" y="10852"/>
                      <a:pt x="1556" y="7095"/>
                      <a:pt x="4326" y="4326"/>
                    </a:cubicBezTo>
                    <a:cubicBezTo>
                      <a:pt x="7095" y="1556"/>
                      <a:pt x="10852" y="0"/>
                      <a:pt x="14769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92129" cy="962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4190273">
              <a:off x="4883086" y="281380"/>
              <a:ext cx="339656" cy="133665"/>
              <a:chOff x="0" y="0"/>
              <a:chExt cx="67093" cy="264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7093" cy="26403"/>
              </a:xfrm>
              <a:custGeom>
                <a:avLst/>
                <a:gdLst/>
                <a:ahLst/>
                <a:cxnLst/>
                <a:rect r="r" b="b" t="t" l="l"/>
                <a:pathLst>
                  <a:path h="26403" w="67093">
                    <a:moveTo>
                      <a:pt x="13201" y="0"/>
                    </a:moveTo>
                    <a:lnTo>
                      <a:pt x="53891" y="0"/>
                    </a:lnTo>
                    <a:cubicBezTo>
                      <a:pt x="57392" y="0"/>
                      <a:pt x="60750" y="1391"/>
                      <a:pt x="63226" y="3867"/>
                    </a:cubicBezTo>
                    <a:cubicBezTo>
                      <a:pt x="65702" y="6342"/>
                      <a:pt x="67093" y="9700"/>
                      <a:pt x="67093" y="13201"/>
                    </a:cubicBezTo>
                    <a:lnTo>
                      <a:pt x="67093" y="13201"/>
                    </a:lnTo>
                    <a:cubicBezTo>
                      <a:pt x="67093" y="20492"/>
                      <a:pt x="61182" y="26403"/>
                      <a:pt x="53891" y="26403"/>
                    </a:cubicBezTo>
                    <a:lnTo>
                      <a:pt x="13201" y="26403"/>
                    </a:lnTo>
                    <a:cubicBezTo>
                      <a:pt x="5910" y="26403"/>
                      <a:pt x="0" y="20492"/>
                      <a:pt x="0" y="13201"/>
                    </a:cubicBezTo>
                    <a:lnTo>
                      <a:pt x="0" y="13201"/>
                    </a:lnTo>
                    <a:cubicBezTo>
                      <a:pt x="0" y="5910"/>
                      <a:pt x="5910" y="0"/>
                      <a:pt x="13201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67093" cy="930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4289520">
              <a:off x="4889527" y="192321"/>
              <a:ext cx="339656" cy="167793"/>
              <a:chOff x="0" y="0"/>
              <a:chExt cx="67093" cy="3314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093" cy="33144"/>
              </a:xfrm>
              <a:custGeom>
                <a:avLst/>
                <a:gdLst/>
                <a:ahLst/>
                <a:cxnLst/>
                <a:rect r="r" b="b" t="t" l="l"/>
                <a:pathLst>
                  <a:path h="33144" w="67093">
                    <a:moveTo>
                      <a:pt x="16572" y="0"/>
                    </a:moveTo>
                    <a:lnTo>
                      <a:pt x="50520" y="0"/>
                    </a:lnTo>
                    <a:cubicBezTo>
                      <a:pt x="54916" y="0"/>
                      <a:pt x="59131" y="1746"/>
                      <a:pt x="62239" y="4854"/>
                    </a:cubicBezTo>
                    <a:cubicBezTo>
                      <a:pt x="65347" y="7962"/>
                      <a:pt x="67093" y="12177"/>
                      <a:pt x="67093" y="16572"/>
                    </a:cubicBezTo>
                    <a:lnTo>
                      <a:pt x="67093" y="16572"/>
                    </a:lnTo>
                    <a:cubicBezTo>
                      <a:pt x="67093" y="20967"/>
                      <a:pt x="65347" y="25182"/>
                      <a:pt x="62239" y="28290"/>
                    </a:cubicBezTo>
                    <a:cubicBezTo>
                      <a:pt x="59131" y="31398"/>
                      <a:pt x="54916" y="33144"/>
                      <a:pt x="50520" y="33144"/>
                    </a:cubicBezTo>
                    <a:lnTo>
                      <a:pt x="16572" y="33144"/>
                    </a:lnTo>
                    <a:cubicBezTo>
                      <a:pt x="12177" y="33144"/>
                      <a:pt x="7962" y="31398"/>
                      <a:pt x="4854" y="28290"/>
                    </a:cubicBezTo>
                    <a:cubicBezTo>
                      <a:pt x="1746" y="25182"/>
                      <a:pt x="0" y="20967"/>
                      <a:pt x="0" y="16572"/>
                    </a:cubicBezTo>
                    <a:lnTo>
                      <a:pt x="0" y="16572"/>
                    </a:lnTo>
                    <a:cubicBezTo>
                      <a:pt x="0" y="12177"/>
                      <a:pt x="1746" y="7962"/>
                      <a:pt x="4854" y="4854"/>
                    </a:cubicBezTo>
                    <a:cubicBezTo>
                      <a:pt x="7962" y="1746"/>
                      <a:pt x="12177" y="0"/>
                      <a:pt x="1657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67093" cy="99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4113565">
              <a:off x="4922989" y="104846"/>
              <a:ext cx="339656" cy="167793"/>
              <a:chOff x="0" y="0"/>
              <a:chExt cx="67093" cy="3314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7093" cy="33144"/>
              </a:xfrm>
              <a:custGeom>
                <a:avLst/>
                <a:gdLst/>
                <a:ahLst/>
                <a:cxnLst/>
                <a:rect r="r" b="b" t="t" l="l"/>
                <a:pathLst>
                  <a:path h="33144" w="67093">
                    <a:moveTo>
                      <a:pt x="16572" y="0"/>
                    </a:moveTo>
                    <a:lnTo>
                      <a:pt x="50520" y="0"/>
                    </a:lnTo>
                    <a:cubicBezTo>
                      <a:pt x="54916" y="0"/>
                      <a:pt x="59131" y="1746"/>
                      <a:pt x="62239" y="4854"/>
                    </a:cubicBezTo>
                    <a:cubicBezTo>
                      <a:pt x="65347" y="7962"/>
                      <a:pt x="67093" y="12177"/>
                      <a:pt x="67093" y="16572"/>
                    </a:cubicBezTo>
                    <a:lnTo>
                      <a:pt x="67093" y="16572"/>
                    </a:lnTo>
                    <a:cubicBezTo>
                      <a:pt x="67093" y="20967"/>
                      <a:pt x="65347" y="25182"/>
                      <a:pt x="62239" y="28290"/>
                    </a:cubicBezTo>
                    <a:cubicBezTo>
                      <a:pt x="59131" y="31398"/>
                      <a:pt x="54916" y="33144"/>
                      <a:pt x="50520" y="33144"/>
                    </a:cubicBezTo>
                    <a:lnTo>
                      <a:pt x="16572" y="33144"/>
                    </a:lnTo>
                    <a:cubicBezTo>
                      <a:pt x="12177" y="33144"/>
                      <a:pt x="7962" y="31398"/>
                      <a:pt x="4854" y="28290"/>
                    </a:cubicBezTo>
                    <a:cubicBezTo>
                      <a:pt x="1746" y="25182"/>
                      <a:pt x="0" y="20967"/>
                      <a:pt x="0" y="16572"/>
                    </a:cubicBezTo>
                    <a:lnTo>
                      <a:pt x="0" y="16572"/>
                    </a:lnTo>
                    <a:cubicBezTo>
                      <a:pt x="0" y="12177"/>
                      <a:pt x="1746" y="7962"/>
                      <a:pt x="4854" y="4854"/>
                    </a:cubicBezTo>
                    <a:cubicBezTo>
                      <a:pt x="7962" y="1746"/>
                      <a:pt x="12177" y="0"/>
                      <a:pt x="1657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67093" cy="99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4584759">
              <a:off x="3539682" y="346712"/>
              <a:ext cx="894110" cy="240950"/>
              <a:chOff x="0" y="0"/>
              <a:chExt cx="176614" cy="475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76614" cy="47595"/>
              </a:xfrm>
              <a:custGeom>
                <a:avLst/>
                <a:gdLst/>
                <a:ahLst/>
                <a:cxnLst/>
                <a:rect r="r" b="b" t="t" l="l"/>
                <a:pathLst>
                  <a:path h="47595" w="176614">
                    <a:moveTo>
                      <a:pt x="23797" y="0"/>
                    </a:moveTo>
                    <a:lnTo>
                      <a:pt x="152817" y="0"/>
                    </a:lnTo>
                    <a:cubicBezTo>
                      <a:pt x="165960" y="0"/>
                      <a:pt x="176614" y="10655"/>
                      <a:pt x="176614" y="23797"/>
                    </a:cubicBezTo>
                    <a:lnTo>
                      <a:pt x="176614" y="23797"/>
                    </a:lnTo>
                    <a:cubicBezTo>
                      <a:pt x="176614" y="30109"/>
                      <a:pt x="174107" y="36162"/>
                      <a:pt x="169644" y="40625"/>
                    </a:cubicBezTo>
                    <a:cubicBezTo>
                      <a:pt x="165181" y="45088"/>
                      <a:pt x="159128" y="47595"/>
                      <a:pt x="152817" y="47595"/>
                    </a:cubicBezTo>
                    <a:lnTo>
                      <a:pt x="23797" y="47595"/>
                    </a:lnTo>
                    <a:cubicBezTo>
                      <a:pt x="10655" y="47595"/>
                      <a:pt x="0" y="36940"/>
                      <a:pt x="0" y="23797"/>
                    </a:cubicBezTo>
                    <a:lnTo>
                      <a:pt x="0" y="23797"/>
                    </a:lnTo>
                    <a:cubicBezTo>
                      <a:pt x="0" y="10655"/>
                      <a:pt x="10655" y="0"/>
                      <a:pt x="23797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176614" cy="114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905761" y="3562041"/>
            <a:ext cx="14788653" cy="460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"Computação é o processo de resolver problemas utilizando máquinas programáveis, ou seja, computadores."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"Ela combina hardware (a parte física) e software (os programas) para processar, armazenar e transmitir informações."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"No dia a dia, isso inclui desde o design de uma interface no Figma até a criação de um sistema de login."</a:t>
            </a:r>
          </a:p>
          <a:p>
            <a:pPr algn="l">
              <a:lnSpc>
                <a:spcPts val="5233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46054" y="2347734"/>
            <a:ext cx="6472740" cy="82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480" spc="40" b="true">
                <a:solidFill>
                  <a:srgbClr val="071337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computação?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04653" y="7603699"/>
            <a:ext cx="2208610" cy="508303"/>
            <a:chOff x="0" y="0"/>
            <a:chExt cx="581691" cy="1338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1691" cy="133874"/>
            </a:xfrm>
            <a:custGeom>
              <a:avLst/>
              <a:gdLst/>
              <a:ahLst/>
              <a:cxnLst/>
              <a:rect r="r" b="b" t="t" l="l"/>
              <a:pathLst>
                <a:path h="133874" w="581691">
                  <a:moveTo>
                    <a:pt x="66937" y="0"/>
                  </a:moveTo>
                  <a:lnTo>
                    <a:pt x="514754" y="0"/>
                  </a:lnTo>
                  <a:cubicBezTo>
                    <a:pt x="532507" y="0"/>
                    <a:pt x="549533" y="7052"/>
                    <a:pt x="562086" y="19605"/>
                  </a:cubicBezTo>
                  <a:cubicBezTo>
                    <a:pt x="574639" y="32159"/>
                    <a:pt x="581691" y="49184"/>
                    <a:pt x="581691" y="66937"/>
                  </a:cubicBezTo>
                  <a:lnTo>
                    <a:pt x="581691" y="66937"/>
                  </a:lnTo>
                  <a:cubicBezTo>
                    <a:pt x="581691" y="84690"/>
                    <a:pt x="574639" y="101716"/>
                    <a:pt x="562086" y="114269"/>
                  </a:cubicBezTo>
                  <a:cubicBezTo>
                    <a:pt x="549533" y="126822"/>
                    <a:pt x="532507" y="133874"/>
                    <a:pt x="514754" y="133874"/>
                  </a:cubicBezTo>
                  <a:lnTo>
                    <a:pt x="66937" y="133874"/>
                  </a:lnTo>
                  <a:cubicBezTo>
                    <a:pt x="49184" y="133874"/>
                    <a:pt x="32159" y="126822"/>
                    <a:pt x="19605" y="114269"/>
                  </a:cubicBezTo>
                  <a:cubicBezTo>
                    <a:pt x="7052" y="101716"/>
                    <a:pt x="0" y="84690"/>
                    <a:pt x="0" y="66937"/>
                  </a:cubicBezTo>
                  <a:lnTo>
                    <a:pt x="0" y="66937"/>
                  </a:lnTo>
                  <a:cubicBezTo>
                    <a:pt x="0" y="49184"/>
                    <a:pt x="7052" y="32159"/>
                    <a:pt x="19605" y="19605"/>
                  </a:cubicBezTo>
                  <a:cubicBezTo>
                    <a:pt x="32159" y="7052"/>
                    <a:pt x="49184" y="0"/>
                    <a:pt x="66937" y="0"/>
                  </a:cubicBezTo>
                  <a:close/>
                </a:path>
              </a:pathLst>
            </a:custGeom>
            <a:solidFill>
              <a:srgbClr val="F5F4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81691" cy="200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69152" y="7556278"/>
            <a:ext cx="2596759" cy="603146"/>
            <a:chOff x="0" y="0"/>
            <a:chExt cx="683920" cy="1588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3920" cy="158853"/>
            </a:xfrm>
            <a:custGeom>
              <a:avLst/>
              <a:gdLst/>
              <a:ahLst/>
              <a:cxnLst/>
              <a:rect r="r" b="b" t="t" l="l"/>
              <a:pathLst>
                <a:path h="158853" w="683920">
                  <a:moveTo>
                    <a:pt x="79427" y="0"/>
                  </a:moveTo>
                  <a:lnTo>
                    <a:pt x="604493" y="0"/>
                  </a:lnTo>
                  <a:cubicBezTo>
                    <a:pt x="625559" y="0"/>
                    <a:pt x="645761" y="8368"/>
                    <a:pt x="660656" y="23264"/>
                  </a:cubicBezTo>
                  <a:cubicBezTo>
                    <a:pt x="675552" y="38159"/>
                    <a:pt x="683920" y="58361"/>
                    <a:pt x="683920" y="79427"/>
                  </a:cubicBezTo>
                  <a:lnTo>
                    <a:pt x="683920" y="79427"/>
                  </a:lnTo>
                  <a:cubicBezTo>
                    <a:pt x="683920" y="123293"/>
                    <a:pt x="648360" y="158853"/>
                    <a:pt x="604493" y="158853"/>
                  </a:cubicBezTo>
                  <a:lnTo>
                    <a:pt x="79427" y="158853"/>
                  </a:lnTo>
                  <a:cubicBezTo>
                    <a:pt x="35560" y="158853"/>
                    <a:pt x="0" y="123293"/>
                    <a:pt x="0" y="79427"/>
                  </a:cubicBezTo>
                  <a:lnTo>
                    <a:pt x="0" y="79427"/>
                  </a:lnTo>
                  <a:cubicBezTo>
                    <a:pt x="0" y="35560"/>
                    <a:pt x="35560" y="0"/>
                    <a:pt x="79427" y="0"/>
                  </a:cubicBezTo>
                  <a:close/>
                </a:path>
              </a:pathLst>
            </a:custGeom>
            <a:solidFill>
              <a:srgbClr val="F5F4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683920" cy="22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55682" y="8148249"/>
            <a:ext cx="2393892" cy="458966"/>
            <a:chOff x="0" y="0"/>
            <a:chExt cx="630490" cy="120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0490" cy="120880"/>
            </a:xfrm>
            <a:custGeom>
              <a:avLst/>
              <a:gdLst/>
              <a:ahLst/>
              <a:cxnLst/>
              <a:rect r="r" b="b" t="t" l="l"/>
              <a:pathLst>
                <a:path h="120880" w="630490">
                  <a:moveTo>
                    <a:pt x="60440" y="0"/>
                  </a:moveTo>
                  <a:lnTo>
                    <a:pt x="570050" y="0"/>
                  </a:lnTo>
                  <a:cubicBezTo>
                    <a:pt x="586080" y="0"/>
                    <a:pt x="601453" y="6368"/>
                    <a:pt x="612788" y="17702"/>
                  </a:cubicBezTo>
                  <a:cubicBezTo>
                    <a:pt x="624122" y="29037"/>
                    <a:pt x="630490" y="44410"/>
                    <a:pt x="630490" y="60440"/>
                  </a:cubicBezTo>
                  <a:lnTo>
                    <a:pt x="630490" y="60440"/>
                  </a:lnTo>
                  <a:cubicBezTo>
                    <a:pt x="630490" y="93820"/>
                    <a:pt x="603430" y="120880"/>
                    <a:pt x="570050" y="120880"/>
                  </a:cubicBezTo>
                  <a:lnTo>
                    <a:pt x="60440" y="120880"/>
                  </a:lnTo>
                  <a:cubicBezTo>
                    <a:pt x="27060" y="120880"/>
                    <a:pt x="0" y="93820"/>
                    <a:pt x="0" y="60440"/>
                  </a:cubicBezTo>
                  <a:lnTo>
                    <a:pt x="0" y="60440"/>
                  </a:lnTo>
                  <a:cubicBezTo>
                    <a:pt x="0" y="27060"/>
                    <a:pt x="27060" y="0"/>
                    <a:pt x="60440" y="0"/>
                  </a:cubicBezTo>
                  <a:close/>
                </a:path>
              </a:pathLst>
            </a:custGeom>
            <a:solidFill>
              <a:srgbClr val="F5F4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30490" cy="187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32966" y="8112002"/>
            <a:ext cx="2397405" cy="607533"/>
            <a:chOff x="0" y="0"/>
            <a:chExt cx="631415" cy="1600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1415" cy="160009"/>
            </a:xfrm>
            <a:custGeom>
              <a:avLst/>
              <a:gdLst/>
              <a:ahLst/>
              <a:cxnLst/>
              <a:rect r="r" b="b" t="t" l="l"/>
              <a:pathLst>
                <a:path h="160009" w="631415">
                  <a:moveTo>
                    <a:pt x="80004" y="0"/>
                  </a:moveTo>
                  <a:lnTo>
                    <a:pt x="551411" y="0"/>
                  </a:lnTo>
                  <a:cubicBezTo>
                    <a:pt x="572629" y="0"/>
                    <a:pt x="592979" y="8429"/>
                    <a:pt x="607982" y="23433"/>
                  </a:cubicBezTo>
                  <a:cubicBezTo>
                    <a:pt x="622986" y="38436"/>
                    <a:pt x="631415" y="58786"/>
                    <a:pt x="631415" y="80004"/>
                  </a:cubicBezTo>
                  <a:lnTo>
                    <a:pt x="631415" y="80004"/>
                  </a:lnTo>
                  <a:cubicBezTo>
                    <a:pt x="631415" y="101223"/>
                    <a:pt x="622986" y="121572"/>
                    <a:pt x="607982" y="136576"/>
                  </a:cubicBezTo>
                  <a:cubicBezTo>
                    <a:pt x="592979" y="151580"/>
                    <a:pt x="572629" y="160009"/>
                    <a:pt x="551411" y="160009"/>
                  </a:cubicBezTo>
                  <a:lnTo>
                    <a:pt x="80004" y="160009"/>
                  </a:lnTo>
                  <a:cubicBezTo>
                    <a:pt x="58786" y="160009"/>
                    <a:pt x="38436" y="151580"/>
                    <a:pt x="23433" y="136576"/>
                  </a:cubicBezTo>
                  <a:cubicBezTo>
                    <a:pt x="8429" y="121572"/>
                    <a:pt x="0" y="101223"/>
                    <a:pt x="0" y="80004"/>
                  </a:cubicBezTo>
                  <a:lnTo>
                    <a:pt x="0" y="80004"/>
                  </a:lnTo>
                  <a:cubicBezTo>
                    <a:pt x="0" y="58786"/>
                    <a:pt x="8429" y="38436"/>
                    <a:pt x="23433" y="23433"/>
                  </a:cubicBezTo>
                  <a:cubicBezTo>
                    <a:pt x="38436" y="8429"/>
                    <a:pt x="58786" y="0"/>
                    <a:pt x="80004" y="0"/>
                  </a:cubicBezTo>
                  <a:close/>
                </a:path>
              </a:pathLst>
            </a:custGeom>
            <a:solidFill>
              <a:srgbClr val="F5F4F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631415" cy="226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726706" y="1774421"/>
            <a:ext cx="12834587" cy="6738158"/>
          </a:xfrm>
          <a:custGeom>
            <a:avLst/>
            <a:gdLst/>
            <a:ahLst/>
            <a:cxnLst/>
            <a:rect r="r" b="b" t="t" l="l"/>
            <a:pathLst>
              <a:path h="6738158" w="12834587">
                <a:moveTo>
                  <a:pt x="0" y="0"/>
                </a:moveTo>
                <a:lnTo>
                  <a:pt x="12834588" y="0"/>
                </a:lnTo>
                <a:lnTo>
                  <a:pt x="12834588" y="6738158"/>
                </a:lnTo>
                <a:lnTo>
                  <a:pt x="0" y="6738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7449" y="3137265"/>
            <a:ext cx="4134413" cy="448714"/>
            <a:chOff x="0" y="0"/>
            <a:chExt cx="1088899" cy="118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8899" cy="118180"/>
            </a:xfrm>
            <a:custGeom>
              <a:avLst/>
              <a:gdLst/>
              <a:ahLst/>
              <a:cxnLst/>
              <a:rect r="r" b="b" t="t" l="l"/>
              <a:pathLst>
                <a:path h="118180" w="1088899">
                  <a:moveTo>
                    <a:pt x="59090" y="0"/>
                  </a:moveTo>
                  <a:lnTo>
                    <a:pt x="1029809" y="0"/>
                  </a:lnTo>
                  <a:cubicBezTo>
                    <a:pt x="1045481" y="0"/>
                    <a:pt x="1060510" y="6226"/>
                    <a:pt x="1071592" y="17307"/>
                  </a:cubicBezTo>
                  <a:cubicBezTo>
                    <a:pt x="1082673" y="28389"/>
                    <a:pt x="1088899" y="43418"/>
                    <a:pt x="1088899" y="59090"/>
                  </a:cubicBezTo>
                  <a:lnTo>
                    <a:pt x="1088899" y="59090"/>
                  </a:lnTo>
                  <a:cubicBezTo>
                    <a:pt x="1088899" y="74762"/>
                    <a:pt x="1082673" y="89791"/>
                    <a:pt x="1071592" y="100873"/>
                  </a:cubicBezTo>
                  <a:cubicBezTo>
                    <a:pt x="1060510" y="111954"/>
                    <a:pt x="1045481" y="118180"/>
                    <a:pt x="1029809" y="118180"/>
                  </a:cubicBezTo>
                  <a:lnTo>
                    <a:pt x="59090" y="118180"/>
                  </a:lnTo>
                  <a:cubicBezTo>
                    <a:pt x="43418" y="118180"/>
                    <a:pt x="28389" y="111954"/>
                    <a:pt x="17307" y="100873"/>
                  </a:cubicBezTo>
                  <a:cubicBezTo>
                    <a:pt x="6226" y="89791"/>
                    <a:pt x="0" y="74762"/>
                    <a:pt x="0" y="59090"/>
                  </a:cubicBezTo>
                  <a:lnTo>
                    <a:pt x="0" y="59090"/>
                  </a:lnTo>
                  <a:cubicBezTo>
                    <a:pt x="0" y="43418"/>
                    <a:pt x="6226" y="28389"/>
                    <a:pt x="17307" y="17307"/>
                  </a:cubicBezTo>
                  <a:cubicBezTo>
                    <a:pt x="28389" y="6226"/>
                    <a:pt x="43418" y="0"/>
                    <a:pt x="59090" y="0"/>
                  </a:cubicBez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8899" cy="18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7742" y="2222297"/>
            <a:ext cx="1694463" cy="593269"/>
            <a:chOff x="0" y="0"/>
            <a:chExt cx="446278" cy="156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6278" cy="156252"/>
            </a:xfrm>
            <a:custGeom>
              <a:avLst/>
              <a:gdLst/>
              <a:ahLst/>
              <a:cxnLst/>
              <a:rect r="r" b="b" t="t" l="l"/>
              <a:pathLst>
                <a:path h="156252" w="446278">
                  <a:moveTo>
                    <a:pt x="0" y="0"/>
                  </a:moveTo>
                  <a:lnTo>
                    <a:pt x="446278" y="0"/>
                  </a:lnTo>
                  <a:lnTo>
                    <a:pt x="446278" y="156252"/>
                  </a:lnTo>
                  <a:lnTo>
                    <a:pt x="0" y="156252"/>
                  </a:ln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46278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86604" y="1535141"/>
            <a:ext cx="7271274" cy="7922598"/>
            <a:chOff x="0" y="0"/>
            <a:chExt cx="9695032" cy="10563464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15410" t="0" r="15410" b="0"/>
            <a:stretch>
              <a:fillRect/>
            </a:stretch>
          </p:blipFill>
          <p:spPr>
            <a:xfrm flipH="false" flipV="false">
              <a:off x="0" y="0"/>
              <a:ext cx="9695032" cy="10563464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677742" y="2079422"/>
            <a:ext cx="6215428" cy="82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480" spc="40" b="true">
                <a:solidFill>
                  <a:srgbClr val="181B24"/>
                </a:solidFill>
                <a:latin typeface="Poppins Bold"/>
                <a:ea typeface="Poppins Bold"/>
                <a:cs typeface="Poppins Bold"/>
                <a:sym typeface="Poppins Bold"/>
              </a:rPr>
              <a:t>Hardware e Software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742" y="3038205"/>
            <a:ext cx="8408862" cy="504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Hardware: São os componentes físicos do computador, como CPU, memória e HD.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Software: São os programas que dão vida ao hardware, como sistemas operacionais e aplicativos.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"Na EJCM, utilizamos softwares como Visual Studio Code e Figma, executados em hardware como laptops ou servidores."</a:t>
            </a:r>
          </a:p>
          <a:p>
            <a:pPr algn="l">
              <a:lnSpc>
                <a:spcPts val="445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7449" y="3137265"/>
            <a:ext cx="4134413" cy="448714"/>
            <a:chOff x="0" y="0"/>
            <a:chExt cx="1088899" cy="118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8899" cy="118180"/>
            </a:xfrm>
            <a:custGeom>
              <a:avLst/>
              <a:gdLst/>
              <a:ahLst/>
              <a:cxnLst/>
              <a:rect r="r" b="b" t="t" l="l"/>
              <a:pathLst>
                <a:path h="118180" w="1088899">
                  <a:moveTo>
                    <a:pt x="59090" y="0"/>
                  </a:moveTo>
                  <a:lnTo>
                    <a:pt x="1029809" y="0"/>
                  </a:lnTo>
                  <a:cubicBezTo>
                    <a:pt x="1045481" y="0"/>
                    <a:pt x="1060510" y="6226"/>
                    <a:pt x="1071592" y="17307"/>
                  </a:cubicBezTo>
                  <a:cubicBezTo>
                    <a:pt x="1082673" y="28389"/>
                    <a:pt x="1088899" y="43418"/>
                    <a:pt x="1088899" y="59090"/>
                  </a:cubicBezTo>
                  <a:lnTo>
                    <a:pt x="1088899" y="59090"/>
                  </a:lnTo>
                  <a:cubicBezTo>
                    <a:pt x="1088899" y="74762"/>
                    <a:pt x="1082673" y="89791"/>
                    <a:pt x="1071592" y="100873"/>
                  </a:cubicBezTo>
                  <a:cubicBezTo>
                    <a:pt x="1060510" y="111954"/>
                    <a:pt x="1045481" y="118180"/>
                    <a:pt x="1029809" y="118180"/>
                  </a:cubicBezTo>
                  <a:lnTo>
                    <a:pt x="59090" y="118180"/>
                  </a:lnTo>
                  <a:cubicBezTo>
                    <a:pt x="43418" y="118180"/>
                    <a:pt x="28389" y="111954"/>
                    <a:pt x="17307" y="100873"/>
                  </a:cubicBezTo>
                  <a:cubicBezTo>
                    <a:pt x="6226" y="89791"/>
                    <a:pt x="0" y="74762"/>
                    <a:pt x="0" y="59090"/>
                  </a:cubicBezTo>
                  <a:lnTo>
                    <a:pt x="0" y="59090"/>
                  </a:lnTo>
                  <a:cubicBezTo>
                    <a:pt x="0" y="43418"/>
                    <a:pt x="6226" y="28389"/>
                    <a:pt x="17307" y="17307"/>
                  </a:cubicBezTo>
                  <a:cubicBezTo>
                    <a:pt x="28389" y="6226"/>
                    <a:pt x="43418" y="0"/>
                    <a:pt x="59090" y="0"/>
                  </a:cubicBez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8899" cy="18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7742" y="2222297"/>
            <a:ext cx="1694463" cy="593269"/>
            <a:chOff x="0" y="0"/>
            <a:chExt cx="446278" cy="156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6278" cy="156252"/>
            </a:xfrm>
            <a:custGeom>
              <a:avLst/>
              <a:gdLst/>
              <a:ahLst/>
              <a:cxnLst/>
              <a:rect r="r" b="b" t="t" l="l"/>
              <a:pathLst>
                <a:path h="156252" w="446278">
                  <a:moveTo>
                    <a:pt x="0" y="0"/>
                  </a:moveTo>
                  <a:lnTo>
                    <a:pt x="446278" y="0"/>
                  </a:lnTo>
                  <a:lnTo>
                    <a:pt x="446278" y="156252"/>
                  </a:lnTo>
                  <a:lnTo>
                    <a:pt x="0" y="156252"/>
                  </a:ln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46278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179483" y="1535141"/>
            <a:ext cx="8670833" cy="7922598"/>
            <a:chOff x="0" y="0"/>
            <a:chExt cx="11561110" cy="10563464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150" t="0" r="150" b="0"/>
            <a:stretch>
              <a:fillRect/>
            </a:stretch>
          </p:blipFill>
          <p:spPr>
            <a:xfrm flipH="false" flipV="false">
              <a:off x="0" y="0"/>
              <a:ext cx="11561110" cy="10563464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677742" y="2079422"/>
            <a:ext cx="7063181" cy="82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480" spc="40" b="true">
                <a:solidFill>
                  <a:srgbClr val="181B24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de Programação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742" y="2495759"/>
            <a:ext cx="7942342" cy="6729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7"/>
              </a:lnSpc>
            </a:pP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"A lógica de programação é o raciocínio usado para criar algoritmos e resolver problemas computacionais."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"Ela envolve sequências (passos ordenados), decisões ('se/então') e repetições ('laços')."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Exemplo prático: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Condição: "Se o usuário clicar no botão 'Enviar', então envie os dados para o servidor."</a:t>
            </a:r>
          </a:p>
          <a:p>
            <a:pPr algn="l">
              <a:lnSpc>
                <a:spcPts val="445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37449" y="3137265"/>
            <a:ext cx="4134413" cy="448714"/>
            <a:chOff x="0" y="0"/>
            <a:chExt cx="1088899" cy="1181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8899" cy="118180"/>
            </a:xfrm>
            <a:custGeom>
              <a:avLst/>
              <a:gdLst/>
              <a:ahLst/>
              <a:cxnLst/>
              <a:rect r="r" b="b" t="t" l="l"/>
              <a:pathLst>
                <a:path h="118180" w="1088899">
                  <a:moveTo>
                    <a:pt x="59090" y="0"/>
                  </a:moveTo>
                  <a:lnTo>
                    <a:pt x="1029809" y="0"/>
                  </a:lnTo>
                  <a:cubicBezTo>
                    <a:pt x="1045481" y="0"/>
                    <a:pt x="1060510" y="6226"/>
                    <a:pt x="1071592" y="17307"/>
                  </a:cubicBezTo>
                  <a:cubicBezTo>
                    <a:pt x="1082673" y="28389"/>
                    <a:pt x="1088899" y="43418"/>
                    <a:pt x="1088899" y="59090"/>
                  </a:cubicBezTo>
                  <a:lnTo>
                    <a:pt x="1088899" y="59090"/>
                  </a:lnTo>
                  <a:cubicBezTo>
                    <a:pt x="1088899" y="74762"/>
                    <a:pt x="1082673" y="89791"/>
                    <a:pt x="1071592" y="100873"/>
                  </a:cubicBezTo>
                  <a:cubicBezTo>
                    <a:pt x="1060510" y="111954"/>
                    <a:pt x="1045481" y="118180"/>
                    <a:pt x="1029809" y="118180"/>
                  </a:cubicBezTo>
                  <a:lnTo>
                    <a:pt x="59090" y="118180"/>
                  </a:lnTo>
                  <a:cubicBezTo>
                    <a:pt x="43418" y="118180"/>
                    <a:pt x="28389" y="111954"/>
                    <a:pt x="17307" y="100873"/>
                  </a:cubicBezTo>
                  <a:cubicBezTo>
                    <a:pt x="6226" y="89791"/>
                    <a:pt x="0" y="74762"/>
                    <a:pt x="0" y="59090"/>
                  </a:cubicBezTo>
                  <a:lnTo>
                    <a:pt x="0" y="59090"/>
                  </a:lnTo>
                  <a:cubicBezTo>
                    <a:pt x="0" y="43418"/>
                    <a:pt x="6226" y="28389"/>
                    <a:pt x="17307" y="17307"/>
                  </a:cubicBezTo>
                  <a:cubicBezTo>
                    <a:pt x="28389" y="6226"/>
                    <a:pt x="43418" y="0"/>
                    <a:pt x="59090" y="0"/>
                  </a:cubicBez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8899" cy="184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7742" y="2222297"/>
            <a:ext cx="1694463" cy="593269"/>
            <a:chOff x="0" y="0"/>
            <a:chExt cx="446278" cy="1562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6278" cy="156252"/>
            </a:xfrm>
            <a:custGeom>
              <a:avLst/>
              <a:gdLst/>
              <a:ahLst/>
              <a:cxnLst/>
              <a:rect r="r" b="b" t="t" l="l"/>
              <a:pathLst>
                <a:path h="156252" w="446278">
                  <a:moveTo>
                    <a:pt x="0" y="0"/>
                  </a:moveTo>
                  <a:lnTo>
                    <a:pt x="446278" y="0"/>
                  </a:lnTo>
                  <a:lnTo>
                    <a:pt x="446278" y="156252"/>
                  </a:lnTo>
                  <a:lnTo>
                    <a:pt x="0" y="156252"/>
                  </a:ln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46278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20085" y="1028700"/>
            <a:ext cx="8230231" cy="8618707"/>
            <a:chOff x="0" y="0"/>
            <a:chExt cx="10973641" cy="11491609"/>
          </a:xfrm>
        </p:grpSpPr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3"/>
            <a:srcRect l="2253" t="0" r="2253" b="0"/>
            <a:stretch>
              <a:fillRect/>
            </a:stretch>
          </p:blipFill>
          <p:spPr>
            <a:xfrm flipH="false" flipV="false">
              <a:off x="0" y="0"/>
              <a:ext cx="10973641" cy="11491609"/>
            </a:xfrm>
            <a:prstGeom prst="rect">
              <a:avLst/>
            </a:prstGeom>
          </p:spPr>
        </p:pic>
      </p:grpSp>
      <p:sp>
        <p:nvSpPr>
          <p:cNvPr name="TextBox 11" id="11"/>
          <p:cNvSpPr txBox="true"/>
          <p:nvPr/>
        </p:nvSpPr>
        <p:spPr>
          <a:xfrm rot="0">
            <a:off x="677742" y="2079422"/>
            <a:ext cx="4340232" cy="82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480" spc="40" b="true">
                <a:solidFill>
                  <a:srgbClr val="181B24"/>
                </a:solidFill>
                <a:latin typeface="Poppins Bold"/>
                <a:ea typeface="Poppins Bold"/>
                <a:cs typeface="Poppins Bold"/>
                <a:sym typeface="Poppins Bold"/>
              </a:rPr>
              <a:t>Internet e Web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742" y="3070590"/>
            <a:ext cx="7942342" cy="560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"A internet é uma rede global de computadores que trocam informações utilizando protocolos como HTTP."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"No desenvolvimento web, seguimos o modelo cliente-servidor: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O cliente (navegador) faz um pedido.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O s</a:t>
            </a: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ervidor processa e envia uma resposta (como uma página HTML)."</a:t>
            </a:r>
          </a:p>
          <a:p>
            <a:pPr algn="l" marL="687446" indent="-343723" lvl="1">
              <a:lnSpc>
                <a:spcPts val="4457"/>
              </a:lnSpc>
              <a:buFont typeface="Arial"/>
              <a:buChar char="•"/>
            </a:pPr>
            <a:r>
              <a:rPr lang="en-US" sz="3184" spc="-76">
                <a:solidFill>
                  <a:srgbClr val="181B24"/>
                </a:solidFill>
                <a:latin typeface="Lato"/>
                <a:ea typeface="Lato"/>
                <a:cs typeface="Lato"/>
                <a:sym typeface="Lato"/>
              </a:rPr>
              <a:t>"Essa troca é o que faz um site funcionar."</a:t>
            </a:r>
          </a:p>
          <a:p>
            <a:pPr algn="l">
              <a:lnSpc>
                <a:spcPts val="445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6054" y="2490609"/>
            <a:ext cx="2769695" cy="593269"/>
            <a:chOff x="0" y="0"/>
            <a:chExt cx="729467" cy="1562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9467" cy="156252"/>
            </a:xfrm>
            <a:custGeom>
              <a:avLst/>
              <a:gdLst/>
              <a:ahLst/>
              <a:cxnLst/>
              <a:rect r="r" b="b" t="t" l="l"/>
              <a:pathLst>
                <a:path h="156252" w="729467">
                  <a:moveTo>
                    <a:pt x="0" y="0"/>
                  </a:moveTo>
                  <a:lnTo>
                    <a:pt x="729467" y="0"/>
                  </a:lnTo>
                  <a:lnTo>
                    <a:pt x="729467" y="156252"/>
                  </a:lnTo>
                  <a:lnTo>
                    <a:pt x="0" y="156252"/>
                  </a:lnTo>
                  <a:close/>
                </a:path>
              </a:pathLst>
            </a:custGeom>
            <a:solidFill>
              <a:srgbClr val="F2F2F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29467" cy="2229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5761" y="3299004"/>
            <a:ext cx="4134413" cy="697525"/>
            <a:chOff x="0" y="0"/>
            <a:chExt cx="5512551" cy="93003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142097"/>
              <a:ext cx="5512551" cy="598285"/>
              <a:chOff x="0" y="0"/>
              <a:chExt cx="1088899" cy="1181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88899" cy="118180"/>
              </a:xfrm>
              <a:custGeom>
                <a:avLst/>
                <a:gdLst/>
                <a:ahLst/>
                <a:cxnLst/>
                <a:rect r="r" b="b" t="t" l="l"/>
                <a:pathLst>
                  <a:path h="118180" w="1088899">
                    <a:moveTo>
                      <a:pt x="59090" y="0"/>
                    </a:moveTo>
                    <a:lnTo>
                      <a:pt x="1029809" y="0"/>
                    </a:lnTo>
                    <a:cubicBezTo>
                      <a:pt x="1045481" y="0"/>
                      <a:pt x="1060510" y="6226"/>
                      <a:pt x="1071592" y="17307"/>
                    </a:cubicBezTo>
                    <a:cubicBezTo>
                      <a:pt x="1082673" y="28389"/>
                      <a:pt x="1088899" y="43418"/>
                      <a:pt x="1088899" y="59090"/>
                    </a:cubicBezTo>
                    <a:lnTo>
                      <a:pt x="1088899" y="59090"/>
                    </a:lnTo>
                    <a:cubicBezTo>
                      <a:pt x="1088899" y="74762"/>
                      <a:pt x="1082673" y="89791"/>
                      <a:pt x="1071592" y="100873"/>
                    </a:cubicBezTo>
                    <a:cubicBezTo>
                      <a:pt x="1060510" y="111954"/>
                      <a:pt x="1045481" y="118180"/>
                      <a:pt x="1029809" y="118180"/>
                    </a:cubicBezTo>
                    <a:lnTo>
                      <a:pt x="59090" y="118180"/>
                    </a:lnTo>
                    <a:cubicBezTo>
                      <a:pt x="43418" y="118180"/>
                      <a:pt x="28389" y="111954"/>
                      <a:pt x="17307" y="100873"/>
                    </a:cubicBezTo>
                    <a:cubicBezTo>
                      <a:pt x="6226" y="89791"/>
                      <a:pt x="0" y="74762"/>
                      <a:pt x="0" y="59090"/>
                    </a:cubicBezTo>
                    <a:lnTo>
                      <a:pt x="0" y="59090"/>
                    </a:lnTo>
                    <a:cubicBezTo>
                      <a:pt x="0" y="43418"/>
                      <a:pt x="6226" y="28389"/>
                      <a:pt x="17307" y="17307"/>
                    </a:cubicBezTo>
                    <a:cubicBezTo>
                      <a:pt x="28389" y="6226"/>
                      <a:pt x="43418" y="0"/>
                      <a:pt x="59090" y="0"/>
                    </a:cubicBezTo>
                    <a:close/>
                  </a:path>
                </a:pathLst>
              </a:custGeom>
              <a:solidFill>
                <a:srgbClr val="F2F2F3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1088899" cy="1848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4584759">
              <a:off x="3716005" y="335304"/>
              <a:ext cx="894110" cy="259425"/>
              <a:chOff x="0" y="0"/>
              <a:chExt cx="176614" cy="5124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6614" cy="51245"/>
              </a:xfrm>
              <a:custGeom>
                <a:avLst/>
                <a:gdLst/>
                <a:ahLst/>
                <a:cxnLst/>
                <a:rect r="r" b="b" t="t" l="l"/>
                <a:pathLst>
                  <a:path h="51245" w="176614">
                    <a:moveTo>
                      <a:pt x="25622" y="0"/>
                    </a:moveTo>
                    <a:lnTo>
                      <a:pt x="150992" y="0"/>
                    </a:lnTo>
                    <a:cubicBezTo>
                      <a:pt x="165143" y="0"/>
                      <a:pt x="176614" y="11471"/>
                      <a:pt x="176614" y="25622"/>
                    </a:cubicBezTo>
                    <a:lnTo>
                      <a:pt x="176614" y="25622"/>
                    </a:lnTo>
                    <a:cubicBezTo>
                      <a:pt x="176614" y="39773"/>
                      <a:pt x="165143" y="51245"/>
                      <a:pt x="150992" y="51245"/>
                    </a:cubicBezTo>
                    <a:lnTo>
                      <a:pt x="25622" y="51245"/>
                    </a:lnTo>
                    <a:cubicBezTo>
                      <a:pt x="11471" y="51245"/>
                      <a:pt x="0" y="39773"/>
                      <a:pt x="0" y="25622"/>
                    </a:cubicBezTo>
                    <a:lnTo>
                      <a:pt x="0" y="25622"/>
                    </a:lnTo>
                    <a:cubicBezTo>
                      <a:pt x="0" y="11471"/>
                      <a:pt x="11471" y="0"/>
                      <a:pt x="2562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176614" cy="1179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4450537">
              <a:off x="4725125" y="494172"/>
              <a:ext cx="464145" cy="151379"/>
              <a:chOff x="0" y="0"/>
              <a:chExt cx="91683" cy="29902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1683" cy="29902"/>
              </a:xfrm>
              <a:custGeom>
                <a:avLst/>
                <a:gdLst/>
                <a:ahLst/>
                <a:cxnLst/>
                <a:rect r="r" b="b" t="t" l="l"/>
                <a:pathLst>
                  <a:path h="29902" w="91683">
                    <a:moveTo>
                      <a:pt x="14951" y="0"/>
                    </a:moveTo>
                    <a:lnTo>
                      <a:pt x="76732" y="0"/>
                    </a:lnTo>
                    <a:cubicBezTo>
                      <a:pt x="84989" y="0"/>
                      <a:pt x="91683" y="6694"/>
                      <a:pt x="91683" y="14951"/>
                    </a:cubicBezTo>
                    <a:lnTo>
                      <a:pt x="91683" y="14951"/>
                    </a:lnTo>
                    <a:cubicBezTo>
                      <a:pt x="91683" y="18916"/>
                      <a:pt x="90108" y="22719"/>
                      <a:pt x="87304" y="25523"/>
                    </a:cubicBezTo>
                    <a:cubicBezTo>
                      <a:pt x="84500" y="28327"/>
                      <a:pt x="80697" y="29902"/>
                      <a:pt x="76732" y="29902"/>
                    </a:cubicBezTo>
                    <a:lnTo>
                      <a:pt x="14951" y="29902"/>
                    </a:lnTo>
                    <a:cubicBezTo>
                      <a:pt x="6694" y="29902"/>
                      <a:pt x="0" y="23208"/>
                      <a:pt x="0" y="14951"/>
                    </a:cubicBezTo>
                    <a:lnTo>
                      <a:pt x="0" y="14951"/>
                    </a:lnTo>
                    <a:cubicBezTo>
                      <a:pt x="0" y="6694"/>
                      <a:pt x="6694" y="0"/>
                      <a:pt x="14951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91683" cy="9657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-4613003">
              <a:off x="4733878" y="490784"/>
              <a:ext cx="466401" cy="149536"/>
              <a:chOff x="0" y="0"/>
              <a:chExt cx="92129" cy="2953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2129" cy="29538"/>
              </a:xfrm>
              <a:custGeom>
                <a:avLst/>
                <a:gdLst/>
                <a:ahLst/>
                <a:cxnLst/>
                <a:rect r="r" b="b" t="t" l="l"/>
                <a:pathLst>
                  <a:path h="29538" w="92129">
                    <a:moveTo>
                      <a:pt x="14769" y="0"/>
                    </a:moveTo>
                    <a:lnTo>
                      <a:pt x="77360" y="0"/>
                    </a:lnTo>
                    <a:cubicBezTo>
                      <a:pt x="81277" y="0"/>
                      <a:pt x="85033" y="1556"/>
                      <a:pt x="87803" y="4326"/>
                    </a:cubicBezTo>
                    <a:cubicBezTo>
                      <a:pt x="90573" y="7095"/>
                      <a:pt x="92129" y="10852"/>
                      <a:pt x="92129" y="14769"/>
                    </a:cubicBezTo>
                    <a:lnTo>
                      <a:pt x="92129" y="14769"/>
                    </a:lnTo>
                    <a:cubicBezTo>
                      <a:pt x="92129" y="18686"/>
                      <a:pt x="90573" y="22443"/>
                      <a:pt x="87803" y="25212"/>
                    </a:cubicBezTo>
                    <a:cubicBezTo>
                      <a:pt x="85033" y="27982"/>
                      <a:pt x="81277" y="29538"/>
                      <a:pt x="77360" y="29538"/>
                    </a:cubicBezTo>
                    <a:lnTo>
                      <a:pt x="14769" y="29538"/>
                    </a:lnTo>
                    <a:cubicBezTo>
                      <a:pt x="10852" y="29538"/>
                      <a:pt x="7095" y="27982"/>
                      <a:pt x="4326" y="25212"/>
                    </a:cubicBezTo>
                    <a:cubicBezTo>
                      <a:pt x="1556" y="22443"/>
                      <a:pt x="0" y="18686"/>
                      <a:pt x="0" y="14769"/>
                    </a:cubicBezTo>
                    <a:lnTo>
                      <a:pt x="0" y="14769"/>
                    </a:lnTo>
                    <a:cubicBezTo>
                      <a:pt x="0" y="10852"/>
                      <a:pt x="1556" y="7095"/>
                      <a:pt x="4326" y="4326"/>
                    </a:cubicBezTo>
                    <a:cubicBezTo>
                      <a:pt x="7095" y="1556"/>
                      <a:pt x="10852" y="0"/>
                      <a:pt x="14769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92129" cy="962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-4190273">
              <a:off x="4883086" y="281380"/>
              <a:ext cx="339656" cy="133665"/>
              <a:chOff x="0" y="0"/>
              <a:chExt cx="67093" cy="264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7093" cy="26403"/>
              </a:xfrm>
              <a:custGeom>
                <a:avLst/>
                <a:gdLst/>
                <a:ahLst/>
                <a:cxnLst/>
                <a:rect r="r" b="b" t="t" l="l"/>
                <a:pathLst>
                  <a:path h="26403" w="67093">
                    <a:moveTo>
                      <a:pt x="13201" y="0"/>
                    </a:moveTo>
                    <a:lnTo>
                      <a:pt x="53891" y="0"/>
                    </a:lnTo>
                    <a:cubicBezTo>
                      <a:pt x="57392" y="0"/>
                      <a:pt x="60750" y="1391"/>
                      <a:pt x="63226" y="3867"/>
                    </a:cubicBezTo>
                    <a:cubicBezTo>
                      <a:pt x="65702" y="6342"/>
                      <a:pt x="67093" y="9700"/>
                      <a:pt x="67093" y="13201"/>
                    </a:cubicBezTo>
                    <a:lnTo>
                      <a:pt x="67093" y="13201"/>
                    </a:lnTo>
                    <a:cubicBezTo>
                      <a:pt x="67093" y="20492"/>
                      <a:pt x="61182" y="26403"/>
                      <a:pt x="53891" y="26403"/>
                    </a:cubicBezTo>
                    <a:lnTo>
                      <a:pt x="13201" y="26403"/>
                    </a:lnTo>
                    <a:cubicBezTo>
                      <a:pt x="5910" y="26403"/>
                      <a:pt x="0" y="20492"/>
                      <a:pt x="0" y="13201"/>
                    </a:cubicBezTo>
                    <a:lnTo>
                      <a:pt x="0" y="13201"/>
                    </a:lnTo>
                    <a:cubicBezTo>
                      <a:pt x="0" y="5910"/>
                      <a:pt x="5910" y="0"/>
                      <a:pt x="13201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67093" cy="930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-4289520">
              <a:off x="4889527" y="192321"/>
              <a:ext cx="339656" cy="167793"/>
              <a:chOff x="0" y="0"/>
              <a:chExt cx="67093" cy="3314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093" cy="33144"/>
              </a:xfrm>
              <a:custGeom>
                <a:avLst/>
                <a:gdLst/>
                <a:ahLst/>
                <a:cxnLst/>
                <a:rect r="r" b="b" t="t" l="l"/>
                <a:pathLst>
                  <a:path h="33144" w="67093">
                    <a:moveTo>
                      <a:pt x="16572" y="0"/>
                    </a:moveTo>
                    <a:lnTo>
                      <a:pt x="50520" y="0"/>
                    </a:lnTo>
                    <a:cubicBezTo>
                      <a:pt x="54916" y="0"/>
                      <a:pt x="59131" y="1746"/>
                      <a:pt x="62239" y="4854"/>
                    </a:cubicBezTo>
                    <a:cubicBezTo>
                      <a:pt x="65347" y="7962"/>
                      <a:pt x="67093" y="12177"/>
                      <a:pt x="67093" y="16572"/>
                    </a:cubicBezTo>
                    <a:lnTo>
                      <a:pt x="67093" y="16572"/>
                    </a:lnTo>
                    <a:cubicBezTo>
                      <a:pt x="67093" y="20967"/>
                      <a:pt x="65347" y="25182"/>
                      <a:pt x="62239" y="28290"/>
                    </a:cubicBezTo>
                    <a:cubicBezTo>
                      <a:pt x="59131" y="31398"/>
                      <a:pt x="54916" y="33144"/>
                      <a:pt x="50520" y="33144"/>
                    </a:cubicBezTo>
                    <a:lnTo>
                      <a:pt x="16572" y="33144"/>
                    </a:lnTo>
                    <a:cubicBezTo>
                      <a:pt x="12177" y="33144"/>
                      <a:pt x="7962" y="31398"/>
                      <a:pt x="4854" y="28290"/>
                    </a:cubicBezTo>
                    <a:cubicBezTo>
                      <a:pt x="1746" y="25182"/>
                      <a:pt x="0" y="20967"/>
                      <a:pt x="0" y="16572"/>
                    </a:cubicBezTo>
                    <a:lnTo>
                      <a:pt x="0" y="16572"/>
                    </a:lnTo>
                    <a:cubicBezTo>
                      <a:pt x="0" y="12177"/>
                      <a:pt x="1746" y="7962"/>
                      <a:pt x="4854" y="4854"/>
                    </a:cubicBezTo>
                    <a:cubicBezTo>
                      <a:pt x="7962" y="1746"/>
                      <a:pt x="12177" y="0"/>
                      <a:pt x="1657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67093" cy="99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-4113565">
              <a:off x="4922989" y="104846"/>
              <a:ext cx="339656" cy="167793"/>
              <a:chOff x="0" y="0"/>
              <a:chExt cx="67093" cy="3314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7093" cy="33144"/>
              </a:xfrm>
              <a:custGeom>
                <a:avLst/>
                <a:gdLst/>
                <a:ahLst/>
                <a:cxnLst/>
                <a:rect r="r" b="b" t="t" l="l"/>
                <a:pathLst>
                  <a:path h="33144" w="67093">
                    <a:moveTo>
                      <a:pt x="16572" y="0"/>
                    </a:moveTo>
                    <a:lnTo>
                      <a:pt x="50520" y="0"/>
                    </a:lnTo>
                    <a:cubicBezTo>
                      <a:pt x="54916" y="0"/>
                      <a:pt x="59131" y="1746"/>
                      <a:pt x="62239" y="4854"/>
                    </a:cubicBezTo>
                    <a:cubicBezTo>
                      <a:pt x="65347" y="7962"/>
                      <a:pt x="67093" y="12177"/>
                      <a:pt x="67093" y="16572"/>
                    </a:cubicBezTo>
                    <a:lnTo>
                      <a:pt x="67093" y="16572"/>
                    </a:lnTo>
                    <a:cubicBezTo>
                      <a:pt x="67093" y="20967"/>
                      <a:pt x="65347" y="25182"/>
                      <a:pt x="62239" y="28290"/>
                    </a:cubicBezTo>
                    <a:cubicBezTo>
                      <a:pt x="59131" y="31398"/>
                      <a:pt x="54916" y="33144"/>
                      <a:pt x="50520" y="33144"/>
                    </a:cubicBezTo>
                    <a:lnTo>
                      <a:pt x="16572" y="33144"/>
                    </a:lnTo>
                    <a:cubicBezTo>
                      <a:pt x="12177" y="33144"/>
                      <a:pt x="7962" y="31398"/>
                      <a:pt x="4854" y="28290"/>
                    </a:cubicBezTo>
                    <a:cubicBezTo>
                      <a:pt x="1746" y="25182"/>
                      <a:pt x="0" y="20967"/>
                      <a:pt x="0" y="16572"/>
                    </a:cubicBezTo>
                    <a:lnTo>
                      <a:pt x="0" y="16572"/>
                    </a:lnTo>
                    <a:cubicBezTo>
                      <a:pt x="0" y="12177"/>
                      <a:pt x="1746" y="7962"/>
                      <a:pt x="4854" y="4854"/>
                    </a:cubicBezTo>
                    <a:cubicBezTo>
                      <a:pt x="7962" y="1746"/>
                      <a:pt x="12177" y="0"/>
                      <a:pt x="16572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67093" cy="9981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-4584759">
              <a:off x="3539682" y="346712"/>
              <a:ext cx="894110" cy="240950"/>
              <a:chOff x="0" y="0"/>
              <a:chExt cx="176614" cy="4759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76614" cy="47595"/>
              </a:xfrm>
              <a:custGeom>
                <a:avLst/>
                <a:gdLst/>
                <a:ahLst/>
                <a:cxnLst/>
                <a:rect r="r" b="b" t="t" l="l"/>
                <a:pathLst>
                  <a:path h="47595" w="176614">
                    <a:moveTo>
                      <a:pt x="23797" y="0"/>
                    </a:moveTo>
                    <a:lnTo>
                      <a:pt x="152817" y="0"/>
                    </a:lnTo>
                    <a:cubicBezTo>
                      <a:pt x="165960" y="0"/>
                      <a:pt x="176614" y="10655"/>
                      <a:pt x="176614" y="23797"/>
                    </a:cubicBezTo>
                    <a:lnTo>
                      <a:pt x="176614" y="23797"/>
                    </a:lnTo>
                    <a:cubicBezTo>
                      <a:pt x="176614" y="30109"/>
                      <a:pt x="174107" y="36162"/>
                      <a:pt x="169644" y="40625"/>
                    </a:cubicBezTo>
                    <a:cubicBezTo>
                      <a:pt x="165181" y="45088"/>
                      <a:pt x="159128" y="47595"/>
                      <a:pt x="152817" y="47595"/>
                    </a:cubicBezTo>
                    <a:lnTo>
                      <a:pt x="23797" y="47595"/>
                    </a:lnTo>
                    <a:cubicBezTo>
                      <a:pt x="10655" y="47595"/>
                      <a:pt x="0" y="36940"/>
                      <a:pt x="0" y="23797"/>
                    </a:cubicBezTo>
                    <a:lnTo>
                      <a:pt x="0" y="23797"/>
                    </a:lnTo>
                    <a:cubicBezTo>
                      <a:pt x="0" y="10655"/>
                      <a:pt x="10655" y="0"/>
                      <a:pt x="23797" y="0"/>
                    </a:cubicBezTo>
                    <a:close/>
                  </a:path>
                </a:pathLst>
              </a:custGeom>
              <a:solidFill>
                <a:srgbClr val="E9EAE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176614" cy="1142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74"/>
                  </a:lnSpc>
                </a:pPr>
              </a:p>
            </p:txBody>
          </p:sp>
        </p:grpSp>
      </p:grpSp>
      <p:sp>
        <p:nvSpPr>
          <p:cNvPr name="TextBox 31" id="31"/>
          <p:cNvSpPr txBox="true"/>
          <p:nvPr/>
        </p:nvSpPr>
        <p:spPr>
          <a:xfrm rot="0">
            <a:off x="905761" y="3562041"/>
            <a:ext cx="14788653" cy="460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3"/>
              </a:lnSpc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O processo de desenvolvimento na EJCM segue estas etapas: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Design: Criação de layouts no Figma.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Front-End: Construção da interface com HTML, CSS e JavaScript.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Back-End: Desenvolvimento da lógica e integração com o banco de dados.</a:t>
            </a:r>
          </a:p>
          <a:p>
            <a:pPr algn="l" marL="807114" indent="-403557" lvl="1">
              <a:lnSpc>
                <a:spcPts val="5233"/>
              </a:lnSpc>
              <a:buFont typeface="Arial"/>
              <a:buChar char="•"/>
            </a:pPr>
            <a:r>
              <a:rPr lang="en-US" sz="3738" spc="-89">
                <a:solidFill>
                  <a:srgbClr val="071337"/>
                </a:solidFill>
                <a:latin typeface="Lato"/>
                <a:ea typeface="Lato"/>
                <a:cs typeface="Lato"/>
                <a:sym typeface="Lato"/>
              </a:rPr>
              <a:t>Entrega: Lançamento e manutenção do projeto.</a:t>
            </a:r>
          </a:p>
          <a:p>
            <a:pPr algn="l">
              <a:lnSpc>
                <a:spcPts val="5233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46054" y="2347734"/>
            <a:ext cx="10217717" cy="82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1"/>
              </a:lnSpc>
            </a:pPr>
            <a:r>
              <a:rPr lang="en-US" sz="4480" spc="40" b="true">
                <a:solidFill>
                  <a:srgbClr val="071337"/>
                </a:solidFill>
                <a:latin typeface="Poppins Bold"/>
                <a:ea typeface="Poppins Bold"/>
                <a:cs typeface="Poppins Bold"/>
                <a:sym typeface="Poppins Bold"/>
              </a:rPr>
              <a:t>Como Criamos Soluções na EJCM?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86236" y="4438664"/>
            <a:ext cx="6315529" cy="1409763"/>
            <a:chOff x="0" y="0"/>
            <a:chExt cx="8420705" cy="187968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1741591" y="-123825"/>
              <a:ext cx="4937524" cy="10289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85"/>
                </a:lnSpc>
              </a:pPr>
              <a:r>
                <a:rPr lang="en-US" sz="4489" b="true">
                  <a:solidFill>
                    <a:srgbClr val="BA0C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Obrigado(a)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206595"/>
              <a:ext cx="8420705" cy="6730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7"/>
                </a:lnSpc>
                <a:spcBef>
                  <a:spcPct val="0"/>
                </a:spcBef>
              </a:pPr>
              <a:r>
                <a:rPr lang="en-US" sz="3005" spc="-72">
                  <a:solidFill>
                    <a:srgbClr val="181B24"/>
                  </a:solidFill>
                  <a:latin typeface="Lato Light"/>
                  <a:ea typeface="Lato Light"/>
                  <a:cs typeface="Lato Light"/>
                  <a:sym typeface="Lato Light"/>
                </a:rPr>
                <a:t>@franzarantes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DAGb2cA9u4k</dc:identifier>
  <dcterms:modified xsi:type="dcterms:W3CDTF">2011-08-01T06:04:30Z</dcterms:modified>
  <cp:revision>1</cp:revision>
  <dc:title>Introdução a Computação</dc:title>
</cp:coreProperties>
</file>